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7373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GameReview </a:t>
            </a:r>
            <a:r>
              <a:rPr sz="52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8892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Ollama 本地大模型驱动的游戏社区评测分享平台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49043" y="3703320"/>
            <a:ext cx="1056132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FastAPI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6343" y="3703320"/>
            <a:ext cx="2016252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Ollama qwen2.5:3b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23763" y="3703320"/>
            <a:ext cx="1728216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原生 HTML/CSS/JS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53147" y="3703320"/>
            <a:ext cx="1728216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SQLAlchemy 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2531" y="370332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112745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2026-09-07 · 毕业项目介绍演示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产品定位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以 Ollama 本地大模型为智能内核，融合评分、评测、社区与 AI 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2057400"/>
            <a:ext cx="3383280" cy="246888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🎯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面向玩家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发现好游戏、参与社区互动、获取真实评测与评分参考，AI 推荐助手智能匹配兴趣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2057400"/>
            <a:ext cx="3383280" cy="246888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✍️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面向创作者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发布评测攻略、四维评分（剧情/画面/玩法/优化）、AI 风控审核、积分等级体系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7" y="2057400"/>
            <a:ext cx="3383280" cy="246888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⚙️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面向管理员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后台审核管理、AI 审核日志、社区举报处理、数据仪表盘实时监控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用户角色与权限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三级角色体系 + 多账号同时登录 + 创作者等级 L0-L4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874519"/>
            <a:ext cx="3383280" cy="233172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🎮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玩家 Player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5B8DEF"/>
                </a:solidFill>
                <a:latin typeface="微软雅黑"/>
                <a:ea typeface="微软雅黑"/>
                <a:cs typeface="微软雅黑"/>
              </a:rPr>
              <a:t>player / player123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浏览全部内容、社区互动（发帖/评论/点赞/收藏/回复）、游戏评分与短评论、申请成为创作者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874519"/>
            <a:ext cx="3383280" cy="233172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✍️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创作者 Creator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46C77C"/>
                </a:solidFill>
                <a:latin typeface="微软雅黑"/>
                <a:ea typeface="微软雅黑"/>
                <a:cs typeface="微软雅黑"/>
              </a:rPr>
              <a:t>creator / creator123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玩家全部权限 + 发布评测攻略（四维评分）、AI 创作助手、创作者工作台、积分等级 L0-L4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0727" y="1874519"/>
            <a:ext cx="3383280" cy="233172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🛡️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2C879"/>
                </a:solidFill>
                <a:latin typeface="微软雅黑"/>
                <a:ea typeface="微软雅黑"/>
                <a:cs typeface="微软雅黑"/>
              </a:rPr>
              <a:t>管理员 Admin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000" b="1">
                <a:solidFill>
                  <a:srgbClr val="E5695B"/>
                </a:solidFill>
                <a:latin typeface="微软雅黑"/>
                <a:ea typeface="微软雅黑"/>
                <a:cs typeface="微软雅黑"/>
              </a:rPr>
              <a:t>admin / admin123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创作者全部权限 + 后台管理（用户/游戏/评论/评测审核/社区/举报/AI 日志/仪表盘）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4526280"/>
            <a:ext cx="10058400" cy="1325880"/>
          </a:xfrm>
          <a:prstGeom prst="roundRect">
            <a:avLst>
              <a:gd name="adj" fmla="val 10000"/>
            </a:avLst>
          </a:prstGeom>
          <a:solidFill>
            <a:srgbClr val="1A2230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🔄 多账号同时登录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同一浏览器登录多个账号（localStorage gc_accounts），导航栏下拉一键切换，退出当前自动切到下一个。401 时自动移除失效账号并切换。添加账号入口：login.html?add=1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AI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AI 智能内核：三级降级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Ollama 本地模型优先 → DeepSeek 云端备选 → 规则引擎兜底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50008" y="1828800"/>
            <a:ext cx="7498079" cy="123444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① Ollama 本地模型（优先）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模型：qwen2.5:3b · 端点：localhost:11434/api/chat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注入：平台数据快照 + 游戏库目录 + 对话历史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参数：temperature=0.6, num_predict=600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3008376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↓ 不可用时降级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0008" y="3429000"/>
            <a:ext cx="7498079" cy="96012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② DeepSeek 云端 API（备选）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模型：deepseek-chat · JSON response format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触发条件：DEEPSEEK_API_KEY 非空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4334256"/>
            <a:ext cx="74980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↓ 不可用时降级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0008" y="4754880"/>
            <a:ext cx="7498079" cy="77724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③ 规则引擎（兜底，零 AI 也可用）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意图识别 + 关键词匹配 + 游戏知识库 + 数据库查询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AI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AI 对话模块详解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三层架构 · 实时数据快照 · 游戏名四层匹配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🔧 架构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前端：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mock.js + 事件委托 data-qs/data-action + busy 防重复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后端：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ai_client.py（规则 + Ollama + DeepSeek）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API：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POST /api/ai/chat（匿名可用）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4 个 Tab：推荐游戏 / 高分游戏 / 游戏百科 / 卡关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标签轮换：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data-qs="q1|q2|q3" 竖线分隔按序轮换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创作者助手：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快捷按钮 + 自由对话（需 creator 角色）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🧠 核心能力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实时数据快照：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_build_platform_digest(db) 聚合统计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30 秒 TTL 缓存避免重复查聚合 SQL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快照内容：游戏数/分类/用户/评测/社区/评分/Top5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游戏名四层匹配：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别名 → 中文全名 → 英文名 → 归一化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推荐提取：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从自然语言回复提取游戏名 → 卡片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强制规则：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标签专题（巡礼/百科/榜单）强制规则引擎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GAME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游戏详情页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三栏 Hero 布局 + 四维雷达评分 + 截图画廊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📐 三栏布局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左栏：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Steam CDN 四图（600x900/header/capsule/hero）+ onerror SVG 兜底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中栏：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meta-grid 信息、标签、描述展开/收起、Steam 购买按钮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右栏：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综合评分 + 四维雷达 SVG + dim-chips + 我的评分 + 热门短评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下方：截图画廊（lightbox）+ 评测攻略 + 相似推荐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📊 评分系统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game_ratings 表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(game_id, user_id) 唯一约束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score 为 int 1-10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，重复提交 = 更新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综合评分 =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评测四维均值 + 用户分数加权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四维雷达仅从评测聚合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（用户评分不影响四维）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两个 keyword 过滤器（按游戏名 vs 按评测内容）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评测攻略系统（PGC）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创作者撰写 · AI 风控审核 · 积分等级体系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7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528" y="1874519"/>
          <a:ext cx="106070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577840"/>
                <a:gridCol w="34747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A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环节</a:t>
                      </a:r>
                    </a:p>
                  </a:txBody>
                  <a:tcPr anchor="ctr" marL="82296" marT="18288" marB="18288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A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</a:t>
                      </a:r>
                    </a:p>
                  </a:txBody>
                  <a:tcPr anchor="ctr" marL="82296" marT="18288" marB="18288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A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规则</a:t>
                      </a:r>
                    </a:p>
                  </a:txBody>
                  <a:tcPr anchor="ctr" marL="82296" marT="18288" marB="18288">
                    <a:solidFill>
                      <a:srgbClr val="1A22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📝 评测结构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标题 + 关联游戏 + 正文 + 标签 + 四维评分（剧情/画面/玩法/优化）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 creator/admin 可发布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🤖 AI 审核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ai_audit() 检测广告引流词 + 辱骂引战词 → 风控评分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DeepSeek → 规则引擎降级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✅ 状态流转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draft → audit → published / rejected / manual_review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已通过全可见，其他仅作者可见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✏️ 编辑权限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L0 不可编辑；L1+ 每篇 1 次（edit_used 字段）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积分 100/300/600/1000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🏆 积分规则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发布 +20 精选 +30 获赞 +0.2 收藏 +0.5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删除扣回 + 额外 30；抄袭清零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📋 排序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精选 is_featured → 创作者等级 → 发布时间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📄 管理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个状态分类标签 + 分页（工作台 + 个人中心）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条/页 · 10 条/页</a:t>
                      </a:r>
                    </a:p>
                  </a:txBody>
                  <a:tcPr anchor="ctr" marL="82296" marT="18288" marB="18288"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社区系统（UGC）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帖子 · 图片上传 · 楼中楼评论 · 频率限制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📢 帖子功能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标题（2-100 字）+ 正文 + 图片（≤9 张，≤5MB/张）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标签单选：游戏 / 闲聊 / 攻略 / 吐槽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排序：推荐（热度）/ 最新 / 标签筛选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频率限制：发帖 30s/次，评论 10s/次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图片上传：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FormData → /api/community/upload → static/uploads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💬 互动功能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点赞、收藏、评论（楼中楼回复 parent_id）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删除自己的帖子 / 评论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我的收藏/点赞仅本人可见（他人 403）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帖主可删除其下所有评论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管理员可删除违规帖 + 封禁用户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COMMENTS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评论系统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统一模型 · 楼中楼回复 · 删除权限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💬 统一评论模型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Comment 表，target_type 区分：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game（短评）/ review（评测评论）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parent_id 支持楼中楼嵌套回复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DELETE /comments/{id}：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仅本人或 admin 可删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can_delete 字段：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前端据此渲染删除按钮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级联删除子回复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🎮 游戏短评特色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自动精选：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最高赞 + 最早创建（后端运行时计算）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分页：每页 5-10 条（page_size clamp 1-10）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显示顺序：精选 → 普通分页（时间倒序）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「我的评论」：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GET /comments/mine 聚合两种类型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点击跳转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#comment-{id} 锚点直达原文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NOTIFICATIONS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消息通知系统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10 秒轮询 · 5 类通知 · 直达操作页 · 全埋点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10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🔔 通知类型与埋点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评论回复：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有人回复你的评论 → notify.push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点赞：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评测/评论被赞 → 通知作者（自己不通知自己）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收藏：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评测被收藏 → 通知作者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审核结果：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通过/驳回 → 通知创作者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创作者申请：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提交→通知管理员；通过/驳回→通知申请人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⚡ 实时性设计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导航栏铃铛 10s 轮询未读数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消息中心 10s 轮询通知列表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5 个 Tab + 只看未读 + 全部已读 + 分页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点击消息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→ 标记已读 + 直达对应页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notify.push_to_admins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 通知全部管理员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ADMIN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管理后台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7 大模块 · 5-8 秒轮询 · 分页管理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11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5528" y="1874519"/>
          <a:ext cx="10607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937760"/>
                <a:gridCol w="3291840"/>
              </a:tblGrid>
              <a:tr h="40233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A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anchor="ctr" marL="82296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A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 anchor="ctr" marL="82296">
                    <a:solidFill>
                      <a:srgbClr val="1A22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E8A33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特色</a:t>
                      </a:r>
                    </a:p>
                  </a:txBody>
                  <a:tcPr anchor="ctr" marL="82296">
                    <a:solidFill>
                      <a:srgbClr val="1A223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📊 数据仪表盘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平台概览统计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实时数据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👥 用户管理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用户列表 + 创作者申请审批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5-8s 轮询，离开销毁定时器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⚖️ 审核队列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待审核评测 + 通过/驳回 + AI 日志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5-8s 轮询，离开销毁定时器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🎮 游戏管理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游戏 CRUD + 分类管理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条/页分页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💬 评论管理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全站评论列表 + 删除违规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条/页分页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📢 社区管理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举报队列 + 帖子管理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关键词搜索 + 查看跳转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📋 已发布评测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已通过评测列表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8A2B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分页浏览</a:t>
                      </a:r>
                    </a:p>
                  </a:txBody>
                  <a:tcPr anchor="ctr" marL="82296">
                    <a:solidFill>
                      <a:srgbClr val="141A2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个人中心 &amp; 创作者工作台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锚点导航 · 状态分类 · 分页管理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👤 个人中心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锚点快捷导航（收藏/评测/评论/社区/游玩档案）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我的评测：5 个状态标签 + 分页（5 条/页）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我的评论：聚合两种评论，点击跳转原文 + 删除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评测互动：我赞过的 / 我收藏的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社区：我的帖子 / 收藏 / 点赞（三 Tab）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创作者申请：理由 + 擅长 + 经历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✍️ 创作者工作台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评测管理表格：5 个状态标签 + 分页（10 条/页）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操作：查看 / 编辑 / 提交审核 / 删除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AI 攻略创作助手（快捷按钮 + 自由对话）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创作者统计数据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轮询防抖签名纳入 page+status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智能返回 &amp; 多账号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三级返回策略 + 无缝账号切换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13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↩️ 智能返回 U.goBack()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同标签页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（history&gt;1 且非弹出）→ history.back()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新标签页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（target=_blank，如管理员查看）→ document.referrer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兜底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→ fallback URL（如 game-list.html）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覆盖 6 个页面：game-detail / review-detail / review-list / community-post / community-new / creator-edit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🔐 多账号登录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gc_accounts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 存储已登录账号列表 [{token, user}]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setSession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 自动去重（按 user.id）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导航栏下拉展示全部账号，当前 ✓ 标记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一键切换（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switchAccount → reload）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退出当前自动切到下一个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401 自动移除失效账号 + 切换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FastAPI + Ollama 本地模型 + 原生前端 · 单进程按需启动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949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🔧 技术栈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后端：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FastAPI ≥0.110 + SQLAlchemy ≥1.4 + SQLite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AI：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Ollama qwen2.5:3b（本地）+ DeepSeek（备选）+ 规则引擎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前端：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原生 HTML/CSS/JS（无框架）+ 模块化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认证：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python-jose JWT + bcrypt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部署：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uvicorn 单进程 + start-platform.bat 一键启动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▸ </a:t>
            </a:r>
            <a:r>
              <a:rPr sz="125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HTTP：</a:t>
            </a:r>
            <a:r>
              <a:rPr sz="125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httpx 异步客户端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74519"/>
            <a:ext cx="5212080" cy="420624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8A2B3"/>
                </a:solidFill>
                <a:latin typeface="Consolas"/>
                <a:ea typeface="Consolas"/>
                <a:cs typeface="Consolas"/>
              </a:rPr>
              <a:t>app/
  routers/       12 个路由文件
  models.py · schemas.py
  services.py · repositories.py
  ai_client.py · notify.py
  core/  config.py · deps.py · points.py
  db/    base.py · init_db.py
static/
  js/    api / common / auth / mock
  css/   style.css (proto12)
  18 个前台 HTML
  admin/ 6 个后台 HTML
docs/    PRD_GameReview_AI.md
main.py · .env · requirements.txt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种子数据与统计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88720"/>
            <a:ext cx="1463040" cy="4114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完整 Mock 数据覆盖全功能场景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15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" y="2011680"/>
            <a:ext cx="1463040" cy="137160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7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用户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24328" y="2011680"/>
            <a:ext cx="1463040" cy="137160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30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游戏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53128" y="2011680"/>
            <a:ext cx="1463040" cy="137160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7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分类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2011680"/>
            <a:ext cx="1463040" cy="137160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67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0727" y="2011680"/>
            <a:ext cx="1463040" cy="137160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12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API 路由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39528" y="2011680"/>
            <a:ext cx="1463040" cy="1371600"/>
          </a:xfrm>
          <a:prstGeom prst="roundRect">
            <a:avLst>
              <a:gd name="adj" fmla="val 1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24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页面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3977639"/>
            <a:ext cx="9628632" cy="1828800"/>
          </a:xfrm>
          <a:prstGeom prst="roundRect">
            <a:avLst>
              <a:gd name="adj" fmla="val 10000"/>
            </a:avLst>
          </a:prstGeom>
          <a:solidFill>
            <a:srgbClr val="1A2230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46304" tIns="109728" bIns="9144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🔑 关键设计决策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① AI 三级降级（Ollama→DeepSeek→规则）保证零 AI 也可用   ② 实时数据快照 30s TTL 缓存   ③ notify.push 自己不通知自己   ④ CSS 变量重映射保留旧类名兼容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⑤ 按需一键启动非开机自启   ⑥ Comment.target_type 统一游戏短评/评测评论   ⑦ can_delete 字段前端渲染删除按钮   ⑧ Ollama 不参与审核，审核仅 DeepSeek/规则引擎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E9EDF4"/>
                </a:solidFill>
                <a:latin typeface="微软雅黑"/>
                <a:ea typeface="微软雅黑"/>
                <a:cs typeface="微软雅黑"/>
              </a:rPr>
              <a:t>谢谢 </a:t>
            </a:r>
            <a:r>
              <a:rPr sz="5200" b="1">
                <a:solidFill>
                  <a:srgbClr val="E8A33D"/>
                </a:solidFill>
                <a:latin typeface="微软雅黑"/>
                <a:ea typeface="微软雅黑"/>
                <a:cs typeface="微软雅黑"/>
              </a:rPr>
              <a:t>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80360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GameReview AI — Ollama 本地大模型驱动的游戏社区评测分享平台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00453" y="3794760"/>
            <a:ext cx="2208276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🤖 Ollama qwen2.5:3b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9897" y="3794760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🎮 30 款游戏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63209" y="3794760"/>
            <a:ext cx="1248156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✍️ PGC 评测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12533" y="3794760"/>
            <a:ext cx="1152144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📢 UGC 社区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5845" y="3794760"/>
            <a:ext cx="960120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🔔 实时通知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27133" y="3794760"/>
            <a:ext cx="864108" cy="402336"/>
          </a:xfrm>
          <a:prstGeom prst="roundRect">
            <a:avLst>
              <a:gd name="adj" fmla="val 50000"/>
            </a:avLst>
          </a:prstGeom>
          <a:solidFill>
            <a:srgbClr val="141A25"/>
          </a:solidFill>
          <a:ln w="12700">
            <a:solidFill>
              <a:srgbClr val="232C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9144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8A2B3"/>
                </a:solidFill>
                <a:latin typeface="微软雅黑"/>
                <a:ea typeface="微软雅黑"/>
                <a:cs typeface="微软雅黑"/>
              </a:rPr>
              <a:t>🔐 多账号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63440"/>
            <a:ext cx="112745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访问地址：http://127.0.0.1:8000/static/index.html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E6A7D"/>
                </a:solidFill>
                <a:latin typeface="微软雅黑"/>
                <a:ea typeface="微软雅黑"/>
                <a:cs typeface="微软雅黑"/>
              </a:rPr>
              <a:t>PRD 文档：docs/PRD_GameReview_AI.md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